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FDD9A-BAF2-46DB-A406-908408441CF3}" v="1" dt="2025-12-07T22:07:31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660"/>
  </p:normalViewPr>
  <p:slideViewPr>
    <p:cSldViewPr snapToGrid="0" showGuides="1">
      <p:cViewPr varScale="1">
        <p:scale>
          <a:sx n="187" d="100"/>
          <a:sy n="187" d="100"/>
        </p:scale>
        <p:origin x="2892" y="132"/>
      </p:cViewPr>
      <p:guideLst>
        <p:guide orient="horz" pos="1134"/>
        <p:guide pos="1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ichi kita" userId="b3332cfe1a99080a" providerId="LiveId" clId="{60C09874-C785-44EC-9DFD-67A25DB438D2}"/>
    <pc:docChg chg="custSel modSld">
      <pc:chgData name="kouichi kita" userId="b3332cfe1a99080a" providerId="LiveId" clId="{60C09874-C785-44EC-9DFD-67A25DB438D2}" dt="2025-12-07T22:07:42.130" v="15" actId="14100"/>
      <pc:docMkLst>
        <pc:docMk/>
      </pc:docMkLst>
      <pc:sldChg chg="addSp delSp modSp mod">
        <pc:chgData name="kouichi kita" userId="b3332cfe1a99080a" providerId="LiveId" clId="{60C09874-C785-44EC-9DFD-67A25DB438D2}" dt="2025-12-07T22:07:42.130" v="15" actId="14100"/>
        <pc:sldMkLst>
          <pc:docMk/>
          <pc:sldMk cId="21414004" sldId="256"/>
        </pc:sldMkLst>
        <pc:spChg chg="del">
          <ac:chgData name="kouichi kita" userId="b3332cfe1a99080a" providerId="LiveId" clId="{60C09874-C785-44EC-9DFD-67A25DB438D2}" dt="2025-12-07T22:06:49.580" v="0" actId="478"/>
          <ac:spMkLst>
            <pc:docMk/>
            <pc:sldMk cId="21414004" sldId="256"/>
            <ac:spMk id="5" creationId="{25CB769E-0070-CC3C-78D1-96659AF4A00B}"/>
          </ac:spMkLst>
        </pc:spChg>
        <pc:spChg chg="mod">
          <ac:chgData name="kouichi kita" userId="b3332cfe1a99080a" providerId="LiveId" clId="{60C09874-C785-44EC-9DFD-67A25DB438D2}" dt="2025-12-07T22:07:14.042" v="9" actId="1076"/>
          <ac:spMkLst>
            <pc:docMk/>
            <pc:sldMk cId="21414004" sldId="256"/>
            <ac:spMk id="6" creationId="{A4C0F3BA-DA27-E8C6-8C1D-85DF53C67E63}"/>
          </ac:spMkLst>
        </pc:spChg>
        <pc:spChg chg="del">
          <ac:chgData name="kouichi kita" userId="b3332cfe1a99080a" providerId="LiveId" clId="{60C09874-C785-44EC-9DFD-67A25DB438D2}" dt="2025-12-07T22:06:54.453" v="1" actId="478"/>
          <ac:spMkLst>
            <pc:docMk/>
            <pc:sldMk cId="21414004" sldId="256"/>
            <ac:spMk id="11" creationId="{391265EA-C82D-DA93-15C3-3042431400B5}"/>
          </ac:spMkLst>
        </pc:spChg>
        <pc:cxnChg chg="add mod">
          <ac:chgData name="kouichi kita" userId="b3332cfe1a99080a" providerId="LiveId" clId="{60C09874-C785-44EC-9DFD-67A25DB438D2}" dt="2025-12-07T22:07:42.130" v="15" actId="14100"/>
          <ac:cxnSpMkLst>
            <pc:docMk/>
            <pc:sldMk cId="21414004" sldId="256"/>
            <ac:cxnSpMk id="7" creationId="{DF509B4F-F9EA-5538-EA98-6992DD663857}"/>
          </ac:cxnSpMkLst>
        </pc:cxnChg>
        <pc:cxnChg chg="mod">
          <ac:chgData name="kouichi kita" userId="b3332cfe1a99080a" providerId="LiveId" clId="{60C09874-C785-44EC-9DFD-67A25DB438D2}" dt="2025-12-07T22:07:26.730" v="12" actId="14100"/>
          <ac:cxnSpMkLst>
            <pc:docMk/>
            <pc:sldMk cId="21414004" sldId="256"/>
            <ac:cxnSpMk id="8" creationId="{2DCA1584-FB9F-F28F-E159-E3A6344983C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79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67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225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04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65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07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59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61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50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68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60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27BAC-9B17-414A-A535-4941B884174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608BB-D0F4-4E35-A66B-2ADD8C209A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72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kumimoji="1"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C574E18-886F-6BD4-C91C-AAF95FAF725E}"/>
              </a:ext>
            </a:extLst>
          </p:cNvPr>
          <p:cNvSpPr/>
          <p:nvPr/>
        </p:nvSpPr>
        <p:spPr>
          <a:xfrm>
            <a:off x="0" y="0"/>
            <a:ext cx="3481839" cy="3499239"/>
          </a:xfrm>
          <a:prstGeom prst="roundRect">
            <a:avLst>
              <a:gd name="adj" fmla="val 15106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1397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C0F3BA-DA27-E8C6-8C1D-85DF53C67E63}"/>
              </a:ext>
            </a:extLst>
          </p:cNvPr>
          <p:cNvSpPr txBox="1"/>
          <p:nvPr/>
        </p:nvSpPr>
        <p:spPr>
          <a:xfrm>
            <a:off x="-58270" y="55286"/>
            <a:ext cx="343794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500" b="1" dirty="0">
                <a:solidFill>
                  <a:schemeClr val="bg1"/>
                </a:solidFill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ふり</a:t>
            </a:r>
            <a:endParaRPr kumimoji="1" lang="en-US" altLang="ja-JP" sz="11500" b="1" dirty="0">
              <a:solidFill>
                <a:schemeClr val="bg1"/>
              </a:solidFill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pPr algn="ctr"/>
            <a:r>
              <a:rPr kumimoji="1" lang="ja-JP" altLang="en-US" sz="11500" b="1" dirty="0">
                <a:solidFill>
                  <a:schemeClr val="bg1"/>
                </a:solidFill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がな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CA1584-FB9F-F28F-E159-E3A6344983C3}"/>
              </a:ext>
            </a:extLst>
          </p:cNvPr>
          <p:cNvCxnSpPr>
            <a:cxnSpLocks/>
          </p:cNvCxnSpPr>
          <p:nvPr/>
        </p:nvCxnSpPr>
        <p:spPr>
          <a:xfrm>
            <a:off x="171689" y="236373"/>
            <a:ext cx="2969965" cy="30687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F509B4F-F9EA-5538-EA98-6992DD663857}"/>
              </a:ext>
            </a:extLst>
          </p:cNvPr>
          <p:cNvCxnSpPr>
            <a:cxnSpLocks/>
          </p:cNvCxnSpPr>
          <p:nvPr/>
        </p:nvCxnSpPr>
        <p:spPr>
          <a:xfrm flipH="1">
            <a:off x="260527" y="168577"/>
            <a:ext cx="2789176" cy="30190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</Words>
  <Application>Microsoft Office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UD デジタル 教科書体 NK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kouichi kita</dc:creator>
  <cp:lastModifiedBy>kouichi kita</cp:lastModifiedBy>
  <cp:revision>1</cp:revision>
  <dcterms:created xsi:type="dcterms:W3CDTF">2025-12-07T12:28:50Z</dcterms:created>
  <dcterms:modified xsi:type="dcterms:W3CDTF">2025-12-07T22:07:42Z</dcterms:modified>
</cp:coreProperties>
</file>